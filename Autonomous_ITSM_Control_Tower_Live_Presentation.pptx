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NEXT-GENERATION AUTONOMOUS ITSM &amp; SRE PLATFORM</a:t>
            </a:r>
          </a:p>
          <a:p>
            <a:pPr>
              <a:spcBef>
                <a:spcPts val="800"/>
              </a:spcBef>
              <a:defRPr sz="3200" b="1">
                <a:solidFill>
                  <a:srgbClr val="F8FAFC"/>
                </a:solidFill>
              </a:defRPr>
            </a:pPr>
            <a:r>
              <a:t>Self-Healing Infrastructure</a:t>
            </a:r>
            <a:br/>
            <a:r>
              <a:t>with Multi-Agent AI &amp; RAG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Autonomous AI Triage  •  Persistent SSH  •  Control Tower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03520" cy="34747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trol_tower_liv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43000"/>
            <a:ext cx="5212080" cy="29317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120640"/>
            <a:ext cx="2560320" cy="12801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-98.2%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MTTR Reduction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5120640"/>
            <a:ext cx="2560320" cy="12801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52120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92.4%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Autonomous Resolution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5120640"/>
            <a:ext cx="2560320" cy="12801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52120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12 Iterations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Agent Reasoning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5120640"/>
            <a:ext cx="2560320" cy="12801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52120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100% HITL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Safety &amp;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REAL-TIME AI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Live AI Classification &amp; Triage Stream Grounded on Historical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572000" cy="49377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Historical Precedent Grounding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✔ Sub-Second Precedent Search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Inspects 1,187 incidents in itsm_db and 218 SRE history records in agentic_sre_db.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✔ Few-Shot Grounding in Prompt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Supplies top 5 past resolved cases directly to the LLM to eliminate hallucination.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✔ Multi-Domain Taxonomy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Routes accurately across Unix, DevOps Ops, DBA Team, Network Ops, and App Support.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✔ Transparent Diagnostic Work Notes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Writes step-by-step reasoning and referenced ticket IDs directly to the ticket activity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371600"/>
            <a:ext cx="6035040" cy="49377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trol_tower_live_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417320"/>
            <a:ext cx="594360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Human-In-The-Loop Governance Queue &amp; Emergency Containment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035040" cy="49377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rol_tower_live_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5943600" cy="33432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49440" y="1371600"/>
            <a:ext cx="4572000" cy="49377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Strict Governance Controls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🛡️ Pre-Execution Risk Classification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Calculates confidence score (0-100%) and risk level (LOW/MED/HIGH/CRITICAL).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🛡️ HITL Approval Barrier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P1/P2 high-risk modifying actions require explicit human operator approval before SSH execution.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🛡️ Emergency Master Kill Switch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Header toggle immediately terminates active SSH sessions across target hosts.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🛡️ Safety Blacklist Guard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Regex &amp; AST rules prevent destructive commands ('rm -rf /', raw disk overwrites).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AUDIT LOG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Execution Audit History &amp; Real-Time Ground Truth Persistence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572000" cy="49377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Immutable Execution Proof</a:t>
            </a:r>
          </a:p>
          <a:p>
            <a:pPr>
              <a:spcBef>
                <a:spcPts val="800"/>
              </a:spcBef>
              <a:defRPr sz="1100" b="1">
                <a:solidFill>
                  <a:srgbClr val="6366F1"/>
                </a:solidFill>
              </a:defRPr>
            </a:pPr>
            <a:r>
              <a:t>📜 Real-Time Execution Capture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Every SSH command, stdout/stderr terminal log, exit code, and duration is logged instantly.</a:t>
            </a:r>
          </a:p>
          <a:p>
            <a:pPr>
              <a:spcBef>
                <a:spcPts val="800"/>
              </a:spcBef>
              <a:defRPr sz="1100" b="1">
                <a:solidFill>
                  <a:srgbClr val="6366F1"/>
                </a:solidFill>
              </a:defRPr>
            </a:pPr>
            <a:r>
              <a:t>📜 SRE Database Schema (`sre_history`)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Indexed descending on executed_at for sub-millisecond query retrieval by SRE Assistant.</a:t>
            </a:r>
          </a:p>
          <a:p>
            <a:pPr>
              <a:spcBef>
                <a:spcPts val="800"/>
              </a:spcBef>
              <a:defRPr sz="1100" b="1">
                <a:solidFill>
                  <a:srgbClr val="6366F1"/>
                </a:solidFill>
              </a:defRPr>
            </a:pPr>
            <a:r>
              <a:t>📜 Multi-Agent Diagnostics JSONB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Stores complete router, resolver, and synthesizer thinking traces in PostgreSQL.</a:t>
            </a:r>
          </a:p>
          <a:p>
            <a:pPr>
              <a:spcBef>
                <a:spcPts val="800"/>
              </a:spcBef>
              <a:defRPr sz="1100" b="1">
                <a:solidFill>
                  <a:srgbClr val="6366F1"/>
                </a:solidFill>
              </a:defRPr>
            </a:pPr>
            <a:r>
              <a:t>📜 Post-Remediation Verification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Automated assertion confirms symptom resolution before closing incident.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371600"/>
            <a:ext cx="6035040" cy="49377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trol_tower_liv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417320"/>
            <a:ext cx="594360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CORE ITSM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Enterprise Helpdesk Console &amp; Bidirectional Status Synchronization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035040" cy="49377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lpdesk_live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5943600" cy="33432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49440" y="1371600"/>
            <a:ext cx="4572000" cy="49377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Helpdesk Integration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💻 1,187+ Active Incidents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Full relational ticket lifecycle management with role-based filtering and instant search.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💻 44 Master SOP Articles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Rich knowledge base runbooks with symptoms, root causes, and verification steps.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💻 Bidirectional Sync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Status transitions (NEW -&gt; IN_PROGRESS -&gt; RESOLVED) propagate instantly between Helpdesk and Control Tower.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💻 Activity Timeline Proofs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SRE agent execution notes and terminal logs render cleanly in the ticket work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BUSINESS &amp; SRE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Demonstrated Production Performance &amp; Value Realization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45 Min → 14.8 Sec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300" b="1">
                <a:solidFill>
                  <a:srgbClr val="F8FAFC"/>
                </a:solidFill>
              </a:defRPr>
            </a:pPr>
            <a:r>
              <a:t>MTTR Acceleration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98.2% reduction in Mean Time To Resolution for common infra failures.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92.4%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300" b="1">
                <a:solidFill>
                  <a:srgbClr val="F8FAFC"/>
                </a:solidFill>
              </a:defRPr>
            </a:pPr>
            <a:r>
              <a:t>Auto-Resolution Rate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Over 90% of routine incidents resolved without human intervention.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6366F1"/>
                </a:solidFill>
              </a:defRPr>
            </a:pPr>
            <a:r>
              <a:t>0.69s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300" b="1">
                <a:solidFill>
                  <a:srgbClr val="F8FAFC"/>
                </a:solidFill>
              </a:defRPr>
            </a:pPr>
            <a:r>
              <a:t>LLM Routing Latency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Sub-second triage with optimized Nemotron 3.5 non-thinking prompts.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$0.037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300" b="1">
                <a:solidFill>
                  <a:srgbClr val="F8FAFC"/>
                </a:solidFill>
              </a:defRPr>
            </a:pPr>
            <a:r>
              <a:t>Average Incident Cost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Low token consumption per incident using persistent SSH sessions.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