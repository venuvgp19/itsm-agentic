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5752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ENTERPRISE SOLUTION ARCHITECTURE</a:t>
            </a:r>
          </a:p>
          <a:p>
            <a:pPr>
              <a:spcAft>
                <a:spcPts val="1200"/>
              </a:spcAft>
              <a:defRPr sz="3200" b="1">
                <a:solidFill>
                  <a:srgbClr val="F8FAFC"/>
                </a:solidFill>
              </a:defRPr>
            </a:pPr>
            <a:r>
              <a:t>Enterprise Autonomous ITSM Platform</a:t>
            </a:r>
          </a:p>
          <a:p>
            <a:pPr>
              <a:spcAft>
                <a:spcPts val="2000"/>
              </a:spcAft>
              <a:defRPr sz="1600">
                <a:solidFill>
                  <a:srgbClr val="94A3B8"/>
                </a:solidFill>
              </a:defRPr>
            </a:pPr>
            <a:r>
              <a:t>Multi-Agent AI Incident Triage, Vector RAG (ChromaDB 4096-D), SSH ReAct Execution &amp; HITL Control Tower Governance</a:t>
            </a:r>
          </a:p>
          <a:p>
            <a:pPr>
              <a:defRPr sz="1200" b="1">
                <a:solidFill>
                  <a:srgbClr val="22C55E"/>
                </a:solidFill>
              </a:defRPr>
            </a:pPr>
            <a:r>
              <a:t>Client Technical &amp; Executive Architecture Presentation • Production Build v2.5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AGENTIC ITSM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Overview &amp; Business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⚡ 85% Auto-Triage Rate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AI Router Service scans queue every 2 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Categorizes P1 Critical to P4 Low tickets automatically.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Predicts operational assignment groups with ≥ 85% confidence.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Eliminates L1 helpdesk triage backlog entirely.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🎯 Sub-30s Resolution MTTR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Dense Vector RAG store with 4096-D embeddings.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HyDE Dual-Vector Query Normalization matching.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Quantity Mismatch Guard prevents over-provisioning.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Dynamic SSH Parallel Worker Pool executes in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🛡️ Enterprise Governance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Agent Control Tower HITL Dashboard (:5173).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approval cards for AI-synthesized SOPs.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Single-instance host execution locks prevent race conditions.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100% full execution proof work notes &amp;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AGENTIC ITSM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Multi-Agent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0116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0116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1. API &amp; Queue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NestJS REST API (:4000)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PostgreSQL 15 DB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1,079 Pre-Seeded Tickets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Prisma ORM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63040"/>
            <a:ext cx="20116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1463040"/>
            <a:ext cx="20116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64592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2. AI Router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scanAndRouteQueue()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Priority Classifier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Confidence Evaluator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Auto-Assign IN_PROGRESS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463040"/>
            <a:ext cx="20116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1463040"/>
            <a:ext cx="20116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64592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3. Vector RAG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ChromaDB 4096-D Store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Dual Query Normalizer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Quantity Mismatch Guard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0.65 Score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463040"/>
            <a:ext cx="20116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463040"/>
            <a:ext cx="20116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645920"/>
            <a:ext cx="1645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4. HITL Tower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Control Tower (:5173)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Live Approval Cards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RAG Miss Self-Synthesis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Human Approval 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463040"/>
            <a:ext cx="19202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1463040"/>
            <a:ext cx="19202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645920"/>
            <a:ext cx="1554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5. SSH Execution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Paramiko Async Pool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Target OS Probe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Physical HTTP Probe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State = RESOLVED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AGENTIC ITSM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Helpdesk Portal &amp; Incidents Console (Next.js :3000)</a:t>
            </a:r>
          </a:p>
        </p:txBody>
      </p:sp>
      <p:pic>
        <p:nvPicPr>
          <p:cNvPr id="4" name="Picture 3" descr="helpdesk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UI Capabilities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Live Incident Stream (1,079 Incidents).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ticket lifecycle (NEW → IN_PROGRESS → RESOLVED).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Priority matrix visualization (P1 Critical to P4 Low).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Instant REST API sync with NestJS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AGENTIC ITSM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Agent Control Tower &amp; HITL Governance (:5173)</a:t>
            </a:r>
          </a:p>
        </p:txBody>
      </p:sp>
      <p:pic>
        <p:nvPicPr>
          <p:cNvPr id="4" name="Picture 3" descr="control_tow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Control Tower Features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Human-in-the-Loop approval cards.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RAG Miss Self-Synthesis Preview.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Confidence score metrics &amp; thresholding.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100% audit log traceability.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AGENTIC ITSM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REST API &amp; Swagger Documentation (:4000)</a:t>
            </a:r>
          </a:p>
        </p:txBody>
      </p:sp>
      <p:pic>
        <p:nvPicPr>
          <p:cNvPr id="4" name="Picture 3" descr="swagger_api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API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NestJS Modular REST Architecture.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Swagger OpenAPI Specification.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Prisma ORM for PostgreSQL 15.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MCP (Model Context Protocol) ready.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AGENTIC ITSM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Proven Enterprise Operational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1. Unprivileged User Creation (KB0000037)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Idempotent user creation (`useradd -m -s /bin/bash`).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Sets user password via `chpasswd` non-interactively.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sudo privileges delegated — 100% security safe.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2. Restricted Sudoers Delegation (KB0000036)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Provisions user accounts with SSH keys.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Locks `/etc/sudoers.d/99-&lt;user&gt;` to `NOPASSWD: su - jboss`.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Validates syntax via `visudo -c` before applying.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2120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3. Containerized IBM DB2 Setup (KB0000033)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Executes container commands (`podman exec db2server`).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Grants database `CONNECT` &amp; schema privileges.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Configures CloudBeaver UI web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2120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4. Outage Recovery &amp; Probing (KB0000003)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Remediates blocked ports / crashed services.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Executes `systemctl restart Nexacore`.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Runs physical HTTP probes against `http://&lt;ip&gt;:8080`.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AGENTIC ITSM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Safety &amp; Guardrail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🛡️ Quantity Mismatch Guard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Detects single-user requests matching bulk 20-user SOPs.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Automatically omits bulk SOPs (`KB0000046`).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Inspects next-best candidate SOP to prevent over-provisioning.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🔒 Offboarding Safety Guard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Detects user deprovisioning &amp; deletion intents.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Enforces mandatory Human-in-the-Loop signoff.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Prevents accidental account deletion.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2120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🔑 Host Execution Locks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Acquires thread locks per target host IP (`192.168.100.101`).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Prevents concurrent SSH race conditions.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Ensures linear execution integrity.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2120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💾 Database Integrity Directive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Preserves all existing PostgreSQL DB state &amp; 1,079 tickets.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destructive seeds or table wipes during rebuilds.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audit log history maintained.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FUTURE VISION &amp; INNOVATION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Strategic Roadmap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☁️ Multi-Cloud Connectors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AWS Systems Manager (SSM)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Azure Automation Runbooks connector.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GCP Cloud Functions agent execution.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3832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📈 Predictive SLA Analytics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ML anomaly detection before tickets are filed.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Predictive MTTR threshold alerts.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Proactive server load balancing.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63040"/>
            <a:ext cx="33832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💬 Omnichannel Interfaces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Microsoft Teams helpdesk bot.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Slack Enterprise Grid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Voice AI Helpdesk call resolution.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2120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🔄 Self-Healing CI/CD Pipelines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Kubernetes pod crash loop backoff recovery.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Autonomous Root Cause Analysis (RCA) report generation.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Self-updating GitOps deployment manifests.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2120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2120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🔐 Zero-Trust Identity Integration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Okta &amp; Entra ID (Azure AD) automated SCIM sync.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CyberArk Privileged Access Management (PAM) vault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Just-In-Time (JIT) temporary admin access delegation.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