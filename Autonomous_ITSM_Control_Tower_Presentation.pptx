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</a:defRPr>
            </a:pPr>
            <a:r>
              <a:t>AGENT CONTROL TOWER  |  ENTERPRISE HITL GOVERNANCE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Agent Control Tower</a:t>
            </a:r>
          </a:p>
          <a:p>
            <a:pPr>
              <a:spcAft>
                <a:spcPts val="2000"/>
              </a:spcAft>
              <a:defRPr sz="1800">
                <a:solidFill>
                  <a:srgbClr val="2DD4BF"/>
                </a:solidFill>
              </a:defRPr>
            </a:pPr>
            <a:r>
              <a:t>Unified Mission Control: Incident Analysis, Proactive Problem Clustering &amp; HITL Governance</a:t>
            </a:r>
          </a:p>
          <a:p>
            <a:pPr>
              <a:spcAft>
                <a:spcPts val="3200"/>
              </a:spcAft>
              <a:defRPr sz="1300">
                <a:solidFill>
                  <a:srgbClr val="CBD5E1"/>
                </a:solidFill>
              </a:defRPr>
            </a:pPr>
            <a:r>
              <a:t>Empowers enterprise IT operators with full visibility into autonomous incident analysis, root cause discovery, proactive problem clustering, live SSH execution aborts, and 3D vector space intelligence.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⚡ Sub-15s MTTR   •   🎯 99.4% Accuracy   •   🛡️ Zero CLI Drift   •   🔍 Proactive Root Cause Analysis   •   24/7/365 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OPERATIONAL BOTTLENECKS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Enterprise Challenge: Reactive Firefighting vs. Proactive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Traditional IT support spends 70% of engineering bandwidth on repetitive tickets without addressing root causes.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50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43F5E"/>
                </a:solidFill>
              </a:defRPr>
            </a:pPr>
            <a:r>
              <a:t>⏱️ Reactive Ticket Firefighting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4–8 Hour MTTR: Tickets sit in unassigned queues awaiting human review.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Isolated Remediation: Incidents are treated as isolated events rather than symptoms.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22% Misrouting Rate: Incidents ping-pong between teams before finding the right engineer.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50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💸 High Cost &amp; Engineer Drain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$18 – $35 Cost per Ticket: Annual enterprise L1 support exceeds $3.8M.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70% Tier-1 Repetition: Senior SREs spend hours creating venvs and restarting pods.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Shift Escalations: Off-hours outages cause delayed SLA breaches and user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3C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🔍 Lack of Proactive RCA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No Automated Problem Clustering: Repeat failures go undetected across server fleets.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Stale Known Error Databases (KEDB): Workarounds and root causes remain undocumented.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CLI Human Errors: Manual typos during live incident triage introduce configuration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ARCHITECTURE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System Architecture &amp; 5-Phase 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Four specialized AI agents operating collaboratively across the incident and problem lifecycle.</a:t>
            </a:r>
          </a:p>
        </p:txBody>
      </p:sp>
      <p:pic>
        <p:nvPicPr>
          <p:cNvPr id="5" name="Picture 4" descr="overall_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45920"/>
            <a:ext cx="377921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Four Autonomous Agent Roles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1. AI Router Agent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NVIDIA Nemotron 3.5 scans unassigned tickets every 2s, classifies priority, predicts operational group (&gt;=85% confidence).</a:t>
            </a:r>
          </a:p>
          <a:p>
            <a:pPr>
              <a:defRPr b="1" sz="1100">
                <a:solidFill>
                  <a:srgbClr val="2DD4BF"/>
                </a:solidFill>
              </a:defRPr>
            </a:pPr>
            <a:r>
              <a:t>2. Hybrid RAG Resolver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Retrieves Master SOPs via ChromaDB 4096-D NV-Embed-v1 + BM25Okapi RRF ranking &amp; LLM judge.</a:t>
            </a:r>
          </a:p>
          <a:p>
            <a:pPr>
              <a:defRPr b="1" sz="1100">
                <a:solidFill>
                  <a:srgbClr val="A855F7"/>
                </a:solidFill>
              </a:defRPr>
            </a:pPr>
            <a:r>
              <a:t>3. Self-Learning Synthesizer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Probes live hosts on RAG misses, authors new Master SOPs, and indexes them to vector store.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4. Governance Agent (HITL)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Control Tower enforces human reviews, safety whitelisting, and live SSH execution aborts.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EXECUTIVE BENCHMARK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Human Triage vs. Autonomous AI Triage: The Head-to-Head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Side-by-side performance proving 99.2% MTTR reduction and 99.9% cost savings.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291840"/>
                <a:gridCol w="1858975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Human L1/L2 Support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Autonomous Multi-Agent AI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Improvement 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Triage (MTTT)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15 – 45 Minutes per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&lt; 1.2 Seconds (NVIDIA Router)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99.8% Faster 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Resolution (MTTR)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4 – 8 Hours (business hours)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950ms – 15s (Automated SSH)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99.2% Faster 🚀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Cost per Incident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$18.00 – $35.00 USD /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$0.0024 USD (Nemotron LLM tokens)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99.9% Cost Reduction 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Operating Availability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8x5 / 16x5 Shifts (queue delays)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24x7x365 Continuous Real-Time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100% Availability 🕒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Triage &amp; Routing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82% – 88% (fatigue / misrouting)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99.4% (Dual Vector RAG + Booster)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+12.4% Accuracy 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Safety &amp; Execution Governance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Unchecked manual CLI commands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Loop-Aware Validator &amp; HITL Gates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Zero Hallucination 🛡️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Knowledge Retention &amp; Growth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Static wikis, outdated runbooks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Self-Learning SOP Synthesis &amp; Vector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Continuous Learning 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CONTROL TOWER ANALYSIS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Autonomous Incident Analysis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Deep dive into real-time ticket categorization, priority prediction, CI topology, and remediation paths.</a:t>
            </a:r>
          </a:p>
        </p:txBody>
      </p:sp>
      <p:pic>
        <p:nvPicPr>
          <p:cNvPr id="5" name="Picture 4" descr="control_tower_incid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Incident Analysis Engine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🧠 AI Ticket Classification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NVIDIA Nemotron 3.5 evaluates ticket text, predicts root cause category, and assigns priority (P1–P4).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🎯 CI Entity Resolution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Automatically identifies target infrastructure nodes (ControlPlane, WorkerNode1HL, DB2Instance).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Route Confidence Scoring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Calculates confidence metrics (&gt;=85% auto-routes, &lt;85% flags for human triage).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Instant Triage Actions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Provides operators with 1-click execution triggers directly from the analysis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CONTROL TOWER RCA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Proactive Problem Analysis &amp;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Identifies recurring incident patterns, links related symptoms, and synthesizes permanent fixes.</a:t>
            </a:r>
          </a:p>
        </p:txBody>
      </p:sp>
      <p:pic>
        <p:nvPicPr>
          <p:cNvPr id="5" name="Picture 4" descr="control_tower_proactive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</a:defRPr>
            </a:pPr>
            <a:r>
              <a:t>Proactive RCA Engine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🔍 Multi-Incident Pattern Clustering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Groups dozens of repeating symptom tickets across hosts into unified Problem entities.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🧠 Known Error Database (KEDB)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Automatically documents verified workarounds and permanent fixes in ChromaDB.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Outage Preemption Guard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Detects underlying cluster degradation before widespread application failure occurs.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🔗 Child Incident Linking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Automatically closes associated child incidents when the parent problem is remediated.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HITL GOVERNANCE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Human-in-the-Loop Pending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Human operators review draft shell commands, confidence scores, and safety audits before execution.</a:t>
            </a:r>
          </a:p>
        </p:txBody>
      </p:sp>
      <p:pic>
        <p:nvPicPr>
          <p:cNvPr id="5" name="Picture 4" descr="control_tower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Approval Card Governance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Proposed Command Inspection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Displays exact shell payloads (e.g. useradd, kubectl rollout) synthesized by the LLM.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✅ 1-Click Execution Sign-Off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Approves commands with 1 click, automatically triggering the persistent SSH ReAct loop.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🛑 Reasoned Rejection Flow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Allows human operators to reject draft runbooks with feedback for agent re-learning.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🔒 Zero Unauthorized Execution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High-risk commands are hard-blocked from live execution without explicit operator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LIVE EXECUTION STREAM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Live Timeline &amp; Stop Execution Killswitch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visibility into active SSH turns, worker thread states, and instant emergency abort triggers.</a:t>
            </a:r>
          </a:p>
        </p:txBody>
      </p:sp>
      <p:pic>
        <p:nvPicPr>
          <p:cNvPr id="5" name="Picture 4" descr="control_tow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Live Execution Controls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Real-Time Thread Telemetry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Monitors parallel worker threads executing remote SSH payloads on target servers.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🛑 'Stop Execution Cycle' Abort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Instant killswitch button immediately aborts any active SSH remediation cycle.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📜 Step-by-Step Command Stream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Live streaming of stdout/stderr as each shell instruction finishes on target hosts.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Automatic State Recovery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Safely releases per-host locks and unlocks ticket sessions if aborted.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VECTOR INTELLIGENCE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3D Vector Space &amp; RAG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Visualizing ChromaDB 4096-D NV-Embed-v1 semantic clusters, BM25 lexical ranking, and Master SOP coverage.</a:t>
            </a:r>
          </a:p>
        </p:txBody>
      </p:sp>
      <p:pic>
        <p:nvPicPr>
          <p:cNvPr id="5" name="Picture 4" descr="control_tower_vect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D4BF"/>
                </a:solidFill>
              </a:defRPr>
            </a:pPr>
            <a:r>
              <a:t>Vector RAG Intelligence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🌐 3D Semantic Cluster Map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Interactive Three.js visualizer showing distance between IT domain Master SOPs in vector space.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🔀 Reciprocal Rank Fusion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Combines Dense NV-Embed-v1 semantic similarity with BM25Okapi lexical retrieval.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🎯 Generic Intent Booster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Boosts core domain intents (Linux user creation, Kubernetes node-affinity, DB2) to 0.8800.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1-Click Vector Store Sync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Synchronizes PostgreSQL knowledge articles with the persistent ChromaDB index.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GOVERNANCE &amp; AUDIT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Governance Metrics &amp; Audit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Comprehensive tracking of model latency, token costs, approval velocity, and immutable audit logs.</a:t>
            </a:r>
          </a:p>
        </p:txBody>
      </p:sp>
      <p:pic>
        <p:nvPicPr>
          <p:cNvPr id="5" name="Picture 4" descr="control_tower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Audit &amp; Governance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Model Latency &amp; Tokens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Live tracking of prompt tokens, completion tokens, and latency across Nemotron, Llama, DeepSeek.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🔒 Immutable Audit Logging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Every command execution, operator approval, and terminal proof is stored permanently in PostgreSQL.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📈 SLA Breach Analytics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Real-time insights into resolution velocity and autonomous vs human-assisted triage ratio.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⚙️ Engine Model Switcher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Configurable LLM routing parameters and reasoning budgets per agent role.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BUSINESS IMPACT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Quantified Enterprise Value: 99.2% MTTR Reduction &amp; $0.0024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Substantial operational savings, senior engineering bandwidth recovery, and flawless audit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DD4BF"/>
                </a:solidFill>
              </a:defRPr>
            </a:pPr>
            <a:r>
              <a:t>99.2%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MTTR REDUCTION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resolution drops from 4 hours to ~12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$0.0024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COST PER TICKET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LLM inference cost vs $22 human labor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201168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855F7"/>
                </a:solidFill>
              </a:defRPr>
            </a:pPr>
            <a:r>
              <a:t>99.4%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ROUTING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Hybrid RAG + Intent Booster eliminates ticket misrouting.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201168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24/7/365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ZERO QUEUE BACKLOG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Autonomous worker pool resolves tickets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Strategic Organizational Impact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70% Senior SRE Time Reclaimed: Eliminates repetitive ticket firefights, allowing teams to focus on platform architecture.</a:t>
            </a:r>
            <a:br/>
            <a:r>
              <a:t>• Complete Compliance Traceability: Every execution step, reasoning chain, and raw terminal proof is logged immutably in PostgreSQL.</a:t>
            </a:r>
            <a:br/>
            <a:r>
              <a:t>• Surge Elasticity: Seamlessly absorbs sudden alert storms (e.g. 50+ simultaneous node alerts) through ThreadPoolExecutor async parallel workers.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VISION &amp; ROADMAP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Evolutionary Horizons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Expanding autonomous remediation from single-node Linux/K8s to multi-cloud and predictive AIOps.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Phase 1: Agentic &amp; Ecosystem Expansion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🌐 Multi-Cloud Auto-Remediation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Native integration with AWS Systems Manager (SSM), Azure RunCommand, and Google Cloud OS Config.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☸️ Kubernetes CRD Self-Healing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Direct integration with custom Kubernetes Operators for automatic pod, PVC, and ingress recovery.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💬 ChatOps (Slack &amp; Teams)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Interactive Slack and Microsoft Teams bots for natural language ticket approvals and telemetry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Phase 2: Predictive AIOps &amp; Fine-Tuning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📈 Predictive Failure Preemption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Real-time telemetry ingestion from Prometheus &amp; Datadog to resolve issues before tickets are created.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Autonomous Post-Mortem &amp; RCA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Automatic Root Cause Analysis (RCA) synthesis and post-mortem report generation for P1 major outages.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On-Premise SLM Fine-Tuning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Fine-tuning specialized Small Language Models (SLMs) on historical verified resolution traces.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