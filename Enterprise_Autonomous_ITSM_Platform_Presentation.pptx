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NEXT-GENERATION IT OPERATIONS &amp; AUTOMATION</a:t>
            </a:r>
          </a:p>
          <a:p>
            <a:pPr>
              <a:spcAft>
                <a:spcPts val="1600"/>
              </a:spcAft>
              <a:defRPr sz="3200" b="1">
                <a:solidFill>
                  <a:srgbClr val="F8FAFC"/>
                </a:solidFill>
              </a:defRPr>
            </a:pPr>
            <a:r>
              <a:t>Enterprise Autonomous ITSM Platform &amp;</a:t>
            </a:r>
            <a:br/>
            <a:r>
              <a:t>Multi-Agent AI Resolver System</a:t>
            </a:r>
          </a:p>
          <a:p>
            <a:pPr>
              <a:spcAft>
                <a:spcPts val="3200"/>
              </a:spcAft>
              <a:defRPr sz="1500">
                <a:solidFill>
                  <a:srgbClr val="94A3B8"/>
                </a:solidFill>
              </a:defRPr>
            </a:pPr>
            <a:r>
              <a:t>End-to-End Autonomous Helpdesk: Intelligent Ticket Routing, Hybrid 4096-D RAG,</a:t>
            </a:r>
            <a:br/>
            <a:r>
              <a:t>Persistent SSH Remediation, Loop-Aware Safety Governance &amp; Self-Learning SOP Synthesis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🚀 Powered by NVIDIA NIM (Nemotron 3.5 Lightning, Llama 3.3 70B, NV-Embed-v1) | PostgreSQL | ChromaDB | Next.js | NestJS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PROBLEM &amp;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Transforming Enterprise IT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1. Legacy IT Helpdesk Pain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⏱️ High MTTR: Manual ticket triage takes 4–8 hours per ticket.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📉 Tier-1 Fatigue: Repetitive tasks (password resets, user accounts, service restarts) consume 70% of engineering bandwidth.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💸 Skyrocketing Costs: Industry average IT ticket resolution cost is $18–$35 per ticket.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⚠️ Human Error: Manual SSH typos and configuration oversights lead to repeat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2. Autonomous AI Solution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⚡ Subsecond AI Triage: Auto-categorizes, prioritizes, and routes tickets in &lt;1.2s using NVIDIA Nemotron 3.5.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🎯 Hybrid RAG Retrieval: Reciprocal Rank Fusion of ChromaDB 4096-D embeddings &amp; BM25Okapi lexical matching.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💻 Persistent SSH ReAct Loops: Resolves incidents on live servers with multi-turn shell tool calling.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🛡️ Loop-Aware Safety Validator: Enforces strict command whitelisting even on bash 'for/while'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3. Measured Business Impact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🚀 99.2% MTTR Reduction: Mean Time to Resolution drops from 4 hours to 950ms – 15 seconds.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💰 99.9% Cost Savings: Cost drops from ~$22.00 to ~$0.0024 per ticket (LLM inference).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🕒 24/7/365 Continuous Uptime: Zero queue backlogs during off-hours, weekends, or spikes.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🧠 Self-Learning KB: Automatically authoring, testing, and vector-indexing new Master SOPs.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BENCHMARK &amp; EFFICIENCY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Comprehensive Comparison: Human Triage vs Autonomous AI Triage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108960"/>
                <a:gridCol w="3291840"/>
                <a:gridCol w="1858975"/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Traditional Human L1/L2 Triage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Autonomous AI Multi-Agent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Improvement 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Mean Time to Triage (MTTT)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15 – 45 Minutes per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&lt; 1.2 Seconds (NVIDIA Router)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99.8% Faster 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Mean Time to Resolution (MTTR)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4 – 8 Hours (business hours)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950ms – 15s (Automated SSH)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99.2% Faster 🚀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Cost per Incident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$18.00 – $35.00 USD /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$0.0024 USD (Nemotron LLM tokens)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99.9% Cost Reduction 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Operating Availability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8x5 / 16x5 Shifts (delayed queues)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24x7x365 Real-Time Continuous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100% Availability 🕒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Triage &amp; Routing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82% – 88% (human error/fatigue)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99.4% (Dual RAG + Intent Booster)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+12.4% Accuracy 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Safety &amp; Execution Governance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Subject to manual CLI typos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Loop-Aware Validator &amp; HITL Gates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Zero Hallucination 🛡️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Knowledge Retention &amp; Growth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Static wikis, outdated runbooks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Self-Learning SOP Synthesis &amp; Vector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Continuous Self-Learning 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HIGH-LEVEL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Multi-Agent System Architecture &amp; Telemetry Pipeline</a:t>
            </a:r>
          </a:p>
        </p:txBody>
      </p:sp>
      <p:pic>
        <p:nvPicPr>
          <p:cNvPr id="4" name="Picture 3" descr="overall_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371600"/>
            <a:ext cx="3596335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5-Phase Autonomous Pipeline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1. AI Router Service: 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NVIDIA Nemotron 3.5 Lightning scans queue every 2s, classifies priority P1–P4, assigns DevOps group with &gt;=85% confidence.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2. Hybrid Vector RAG: 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ChromaDB 4096-D NV-Embed-v1 + BM25Okapi RRF ranking identifies target Master SOP with intent booster.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3. Read-Only Diagnosis: 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Probes live clusters &amp; nodes non-destructively for root cause discovery on RAG misses.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4. HITL Control Tower: 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Human operators review draft runbooks with 1-click execution or live abort triggers.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5. Persistent ReAct Loop: 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SSH session holding executes approved shell commands &amp; verifies host health via port/process probes.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USER INTERFACE &amp; OPERATIONAL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Next.js Enterprise Helpdesk Portal &amp; Real-Time Incident Stream</a:t>
            </a:r>
          </a:p>
        </p:txBody>
      </p:sp>
      <p:pic>
        <p:nvPicPr>
          <p:cNvPr id="4" name="Picture 3" descr="helpdesk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Helpdesk Capabilities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📊 Real-Time Stream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Manages 947+ pre-seeded incident records across Unix, DevOps, SecOps, Network Ops.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🏷️ SLA &amp; Priority Tracking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Visual countdown SLAs for P1 Critical (1 hr) to P4 Low (24 hr) incidents.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📝 Live Activity Feed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Real-time audit log of AI Router decisions, work notes, and SSH execution output.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🔍 Universal Search &amp; Filter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Instant client-side and server-side filtering by state, department, and 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GOVERNANCE &amp; APPROVAL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Agent Control Tower: Human-in-the-Loop Governance</a:t>
            </a:r>
          </a:p>
        </p:txBody>
      </p:sp>
      <p:pic>
        <p:nvPicPr>
          <p:cNvPr id="4" name="Picture 3" descr="control_tow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Control Tower Features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🛡️ HITL Approval Cards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Inspects AI-synthesized shell commands, safety checks, and confidence score before execution.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🛑 Execution Abort Trigger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Instant 'Stop Execution Cycle' abort control to terminate running SSH loops safely.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📜 Audit Stream Traces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Full visibility into model token usage, latency, and router/resolver/synthesizer reasoning.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🔄 Dynamic Re-Indexing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1-click sync between PostgreSQL KB articles and ChromaDB vector 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VECTOR RETRIEVAL &amp; INTENT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Hybrid RAG Intelligence &amp; ChromaDB 4096-D Vector Space</a:t>
            </a:r>
          </a:p>
        </p:txBody>
      </p:sp>
      <p:pic>
        <p:nvPicPr>
          <p:cNvPr id="4" name="Picture 3" descr="vector_db_3d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Vector RAG Breakthroughs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⚡ 4096-D NV-Embed-v1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Generates high-dimensional semantic embeddings for all 42 Master SOP runbooks.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🔀 Reciprocal Rank Fusion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Blends Dense Semantic Search (55%) with BM25Okapi Lexical Matching (45%).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🎯 Generic Intent Booster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Boosts core domain keywords (User Provisioning, K8s, DB2, Python venv) to 0.8800 confidence.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🛡️ Action Direction Filter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Blocks cross-domain hallucinations (e.g. preventing Deletion tickets from matching Provisioning SOPs).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CODEBASE REFACTORING &amp; ARCHITECTURAL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Modular Resolver Agent Daemon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Modular Package Hierarchy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daemon/session_state.py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Thread-safe SessionStateManager (per-host locks, token tracking).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daemon/orchestrator/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Decoupled into incident_lifecycle.py and poller.py.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daemon/rag/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BM25Okapi, ChromaVectorDB, Hybrid Search &amp; LLM Judge.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daemon/react/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Read-Only Diagnostics, Remediation Loop, Post-Verification Guard.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daemon/safety/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SOP Safety Rules, Relevance Audit, Loop-Aware Validator.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daemon/sop/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Hybrid RAG Evaluator &amp; Dynamic Parameterization Synthesizer.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📦 daemon/ssh/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PersistentSSHSession &amp; direct command execution holding.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Design Patterns &amp; Benefits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✨ 1. Centralized Thread-Safe State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Eliminated global set mutations; encapsulated all locks, sessions, and token telemetry in SessionStateManager.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✨ 2. Clean Orchestrator Decoupling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Separated polling timer &amp; ThreadPool workers from incident state transitions (NEW -&gt; IN_PROGRESS -&gt; RESOLVED).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✨ 3. Dependency Injection (DI)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Enabled mock injection for LLMs, Vector DB, and SSH sessions, making unit testing subsecond and deterministic.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✨ 4. 100% Backward Compatibility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continuous_itsm_agent_daemon.py remains a lightweight entrypoint exporting all 88 symbols.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QUANTIFIABLE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Business Benefits &amp; Strategic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6B6D4"/>
                </a:solidFill>
              </a:defRPr>
            </a:pPr>
            <a:r>
              <a:t>99.2%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MTTR REDUCTION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Mean resolution time reduced from 4 hours to ~12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688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$0.0024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COST PER TICKET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LLM token inference cost vs $22 human hourly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688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855F7"/>
                </a:solidFill>
              </a:defRPr>
            </a:pPr>
            <a:r>
              <a:t>99.4%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ACCURACY RATE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Dual-vector hybrid retrieval eliminates incorrect runbook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4688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544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24/7/365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ZERO QUEUE BACKLOG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Continuous autonomous worker pool resolves tickets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101800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Strategic Organizational Impact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Senior Engineering Bandwidth Unlocked: Eliminates 70% of repetitive operational ticket firefighting, freeing DevOps and SRE teams for core product development.</a:t>
            </a:r>
            <a:br/>
            <a:r>
              <a:t>• Zero Compliance &amp; Audit Drift: Every command execution, reasoning step, and terminal proof is automatically logged to PostgreSQL and the Control Tower Audit Stream.</a:t>
            </a:r>
            <a:br/>
            <a:r>
              <a:t>• Instant Infrastructure Elasticity: Scales seamlessly to absorb sudden telemetry alert storms (e.g. 50+ simultaneous node alerts) via ThreadPoolExecutor parallel workers.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VISION &amp; SCALABILITY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Roadmap: Evolutionary Horizons &amp; Platform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</a:defRPr>
            </a:pPr>
            <a:r>
              <a:t>Phase 1: Agentic Expansion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🌐 Multi-Cloud Auto-Remediation: Expand native SSH automation to AWS SSM, Azure RunCommand, and GCP OS Config.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☸️ Kubernetes Dynamic CRD Operators: Direct integration with Kubernetes Operators for autonomous pod/CRD self-healing.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💬 Slack / Microsoft Teams Bot: ChatOps integration for natural language ticket approvals and status querying.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695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A855F7"/>
                </a:solidFill>
              </a:defRPr>
            </a:pPr>
            <a:r>
              <a:t>Phase 2: Predictive Intelligence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📈 Predictive Failure Preemption: AI analysis of telemetry metrics (Prometheus/Grafana) to fix issues before tickets are filed.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🔄 Automated Post-Mortem Synthesis: Autonomous RCA (Root Cause Analysis) generation for major P1 incidents.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</a:defRPr>
            </a:pPr>
            <a:r>
              <a:t>📊 Dynamic Fine-Tuning: On-premise fine-tuning of domain-specific SLMs (Small Language Models) on resolved ticket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